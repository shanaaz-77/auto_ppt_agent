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25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500" b="1">
                <a:solidFill>
                  <a:srgbClr val="FFFFFF"/>
                </a:solidFill>
              </a:defRPr>
            </a:pPr>
            <a:r>
              <a:rPr sz="3500" b="1">
                <a:solidFill>
                  <a:srgbClr val="FFFFFF"/>
                </a:solidFill>
              </a:rPr>
              <a:t>Deep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25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500" b="1">
                <a:solidFill>
                  <a:srgbClr val="FFFFFF"/>
                </a:solidFill>
              </a:defRPr>
            </a:pPr>
            <a:r>
              <a:rPr sz="3500" b="1">
                <a:solidFill>
                  <a:srgbClr val="FFFFFF"/>
                </a:solidFill>
              </a:rPr>
              <a:t>Deep Learning Intro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Deep learning is a subset of machine learning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Uses neural networks to analyze data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 Enables machines to learn from data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Improves accuracy over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25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500" b="1">
                <a:solidFill>
                  <a:srgbClr val="FFFFFF"/>
                </a:solidFill>
              </a:defRPr>
            </a:pPr>
            <a:r>
              <a:rPr sz="3500" b="1">
                <a:solidFill>
                  <a:srgbClr val="FFFFFF"/>
                </a:solidFill>
              </a:rPr>
              <a:t>Neural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Mimic the human brain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Consist of layers of interconnected nodes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Can learn complex patterns in data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Key to deep learning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25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500" b="1">
                <a:solidFill>
                  <a:srgbClr val="FFFFFF"/>
                </a:solidFill>
              </a:defRPr>
            </a:pPr>
            <a:r>
              <a:rPr sz="3500" b="1">
                <a:solidFill>
                  <a:srgbClr val="FFFFFF"/>
                </a:solidFill>
              </a:rPr>
              <a:t>Machine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Enables machines to learn from data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Includes deep learning and other techniques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Improves prediction and decision-making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Applies to various domains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25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500" b="1">
                <a:solidFill>
                  <a:srgbClr val="FFFFFF"/>
                </a:solidFill>
              </a:defRPr>
            </a:pPr>
            <a:r>
              <a:rPr sz="3500" b="1">
                <a:solidFill>
                  <a:srgbClr val="FFFFFF"/>
                </a:solidFill>
              </a:rPr>
              <a:t>Image Classification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Uses deep learning to classify images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Applies to object detection and recognition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Improves accuracy with large datasets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Enables applications like self-driving cars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25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500" b="1">
                <a:solidFill>
                  <a:srgbClr val="FFFFFF"/>
                </a:solidFill>
              </a:defRPr>
            </a:pPr>
            <a:r>
              <a:rPr sz="3500" b="1">
                <a:solidFill>
                  <a:srgbClr val="FFFFFF"/>
                </a:solidFill>
              </a:rPr>
              <a:t>Natural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Uses deep learning to analyze and understand language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Applies to text classification and generation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Improves language translation and conversation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Enables applications like chatbots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