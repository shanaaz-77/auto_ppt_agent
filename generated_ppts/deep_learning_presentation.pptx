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Create  A Ppt Of 6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Introduction To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Deep learning is a subset of machine learning that uses neural networks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Neural networks are modeled after the human brain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Deep learning can learn from large amounts of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Types Of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Supervised learning uses labeled data to train models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Unsupervised learning uses unlabeled data to discover patterns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Reinforcement learning uses rewards to train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Deep Learning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Image recognition and classification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Natural language processing and speech recognition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Game playing and decision 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How Neural Networks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Neural networks consist of layers of interconnected nodes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Each node applies a non-linear transformation to the input data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The output of each node is passed to the next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Future Of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Deep learning has many real-world applications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It is used in self-driving cars and robotics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It is also used in healthcare and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