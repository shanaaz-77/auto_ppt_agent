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is a subset of artificial intelligence</a:t>
            </a:r>
          </a:p>
          <a:p>
            <a:r>
              <a:t>It involves training algorithms to make predictions or decisions</a:t>
            </a:r>
          </a:p>
          <a:p>
            <a:r>
              <a:t>Machine learning has various applications in image recognition, natural language processing, and more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learning requires labeled data</a:t>
            </a:r>
          </a:p>
          <a:p>
            <a:r>
              <a:t>Unsupervised learning does not require labeled data</a:t>
            </a:r>
          </a:p>
          <a:p>
            <a:r>
              <a:t>Reinforcement learning involves an agent learning from its environment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 is a linear model</a:t>
            </a:r>
          </a:p>
          <a:p>
            <a:r>
              <a:t>Decision trees are a type of supervised learning algorithm</a:t>
            </a:r>
          </a:p>
          <a:p>
            <a:r>
              <a:t>Random forests are an ensemble learning method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Tools and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TensorFlow is an open-source machine learning library</a:t>
            </a:r>
          </a:p>
          <a:p>
            <a:r>
              <a:t>PyTorch is another popular open-source machine learning library</a:t>
            </a:r>
          </a:p>
          <a:p>
            <a:r>
              <a:t>Scikit-learn is a library for machine learning in Python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recognition is a key application of machine learning</a:t>
            </a:r>
          </a:p>
          <a:p>
            <a:r>
              <a:t>Natural language processing is another important application</a:t>
            </a:r>
          </a:p>
          <a:p>
            <a:r>
              <a:t>Predictive maintenance is an application in the industrial sector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preprocessing is a crucial step in machine learning</a:t>
            </a:r>
          </a:p>
          <a:p>
            <a:r>
              <a:t>Feature engineering is the process of selecting and transforming features</a:t>
            </a:r>
          </a:p>
          <a:p>
            <a:r>
              <a:t>Model evaluation is necessary to assess the performance of a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has the potential to automate many tasks</a:t>
            </a:r>
          </a:p>
          <a:p>
            <a:r>
              <a:t>It can also improve decision-making by providing insights from data</a:t>
            </a:r>
          </a:p>
          <a:p>
            <a:r>
              <a:t>However, it also raises concerns about bias and job displacement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