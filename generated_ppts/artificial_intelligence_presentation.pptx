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Create  A Ppt Of 6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What Is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is a subset of computer science that enables machines to think and learn like humans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systems use algorithms and data to make decisions and predictions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has many applications in areas such as healthcare and finance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Types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Supervised learning trains models using labeled data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Unsupervised learning trains models using unlabeled data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Reinforcement learning trains models using rewards and penalties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Neural networks are modeled after the human brain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Neural networks can learn and improve over time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Neural networks are used in image and speech recognition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Real 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is used in self-driving cars and robots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is used in virtual assistants such as Siri and Alexa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is used in medical diagnosis and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will continue to improve and become more widespread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will change the way we work and live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will raise important questions about ethics and responsibility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5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sz="3500" b="1">
                <a:solidFill>
                  <a:srgbClr val="FFFFFF"/>
                </a:solidFill>
              </a:rPr>
              <a:t>AI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faces challenges such as bias and job displacement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requires large amounts of data and computing power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raises concerns about privacy and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