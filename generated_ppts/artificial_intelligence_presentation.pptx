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"Artificial Intelligence"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Machine learning is a type of AI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It enables machines to learn from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Used for predictive modeling and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Natural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Natural Language Processing (NLP) is a subfield of AI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NLP deals with human-computer interaction in natural language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Used for language translation and text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Deep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Deep learning is a type of machine learning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It uses neural networks to analyze data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Used for image and speech recognition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Computer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Computer vision is a field of AI that deals with visuals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It enables computers to interpret and understand images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Used for object detection and facial recognition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5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500" b="1">
                <a:solidFill>
                  <a:srgbClr val="FFFFFF"/>
                </a:solidFill>
              </a:defRPr>
            </a:pPr>
            <a:r>
              <a:rPr sz="3500" b="1">
                <a:solidFill>
                  <a:srgbClr val="FFFFFF"/>
                </a:solidFill>
              </a:rPr>
              <a:t>AI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AI has various applications in healthcare and finance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It is used for predictive maintenance and quality control</a:t>
            </a:r>
          </a:p>
          <a:p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AI-powered robots are used in manufacturing and logistics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