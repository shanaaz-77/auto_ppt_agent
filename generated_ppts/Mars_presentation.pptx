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Mars is a planet in the solar system</a:t>
            </a:r>
          </a:p>
          <a:p>
            <a:r>
              <a:t>It is known as the Red Planet due to its reddish appearance</a:t>
            </a:r>
          </a:p>
          <a:p>
            <a:r>
              <a:t>Mars has two moons, Phobos and Deimos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